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257" r:id="rId3"/>
    <p:sldId id="411" r:id="rId4"/>
    <p:sldId id="412" r:id="rId5"/>
    <p:sldId id="413" r:id="rId6"/>
    <p:sldId id="414" r:id="rId7"/>
    <p:sldId id="415" r:id="rId8"/>
    <p:sldId id="360" r:id="rId9"/>
    <p:sldId id="41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18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Sampling Distributions and the Standard Error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is a Poisson random variable?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number of events in a fixed interval, when events occur independently at an average rate λ.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a probability density?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How concentrated probability is around a point; probability is the area under the curve.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For a continuous random variable, what is P(X = c)?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0: a single value has no width, so it has no area under the curve.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What is a cumulative probability?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P(X ≤ x): the area to the left of x, what the z-table and pnorm give.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04806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polls, two answers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Two polling firms each survey a random sample of 1,000 voters in the same state, in the same week.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Poll A:  p̂ = 0.52          Poll B:  p̂ = 0.49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Is one of the polls wrong?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If 1,000 firms each polled 1,000 voters, what would their 1,000 values of p̂ look like?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Not necessarily:  different random samples give different values of p̂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A pile of values centered near p:  the sampling distribution of p̂</a:t>
            </a:r>
          </a:p>
        </p:txBody>
      </p:sp>
    </p:spTree>
    <p:extLst>
      <p:ext uri="{BB962C8B-B14F-4D97-AF65-F5344CB8AC3E}">
        <p14:creationId xmlns:p14="http://schemas.microsoft.com/office/powerpoint/2010/main" val="13145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Three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population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how a single observation X varies; described by parameters such as μ, σ and 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data distribution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n values in our one sample; described by statistics such as x̄, s and p̂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sampling distribution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how a statistic such as x̄ varies over all possible samples of the same size n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54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Building a sampling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spinner lands on 1, 2 or 3, each with probability 1/3. Spin it twice and record the mean, x̄.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μ = 2;     n = 2 spins;     3 × 3 = 9 equally likely samples (order matters)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List the 9 samples and the mean of each.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P(x̄) for each possible value of x̄?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(1,1) → 1;  (1,2), (2,1) → 1.5;  (1,3), (2,2), (3,1) → 2;  (2,3), (3,2) → 2.5;  (3,3) → 3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x̄ = 1, 1.5, 2, 2.5, 3   with   P(x̄) = 1/9, 2/9, 3/9, 2/9, 1/9</a:t>
            </a:r>
          </a:p>
        </p:txBody>
      </p:sp>
    </p:spTree>
    <p:extLst>
      <p:ext uri="{BB962C8B-B14F-4D97-AF65-F5344CB8AC3E}">
        <p14:creationId xmlns:p14="http://schemas.microsoft.com/office/powerpoint/2010/main" val="2108416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One spin vs. the mean of two spins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population (left) and the sampling distribution of x̄ for n = 2 (right).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stayed the same? What changed?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Same center:  both have mean 2.     Smaller spread:  σ = 0.82,  σ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x̄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0.58 = 0.82 / √2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New shape:  peaked in the middle</a:t>
            </a:r>
          </a:p>
        </p:txBody>
      </p:sp>
      <p:pic>
        <p:nvPicPr>
          <p:cNvPr id="7" name="l18_spinner.png">
            <a:extLst>
              <a:ext uri="{FF2B5EF4-FFF2-40B4-BE49-F238E27FC236}">
                <a16:creationId xmlns:a16="http://schemas.microsoft.com/office/drawing/2014/main" id="{47273355-65DB-F290-FEB1-0DA0C232D34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2706132"/>
            <a:ext cx="812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243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Center and spread of x̄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mean of x̄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μ</a:t>
            </a:r>
            <a:r>
              <a:rPr lang="en-US" sz="1600" b="1" baseline="-25000">
                <a:solidFill>
                  <a:srgbClr val="C00000"/>
                </a:solidFill>
              </a:rPr>
              <a:t>x̄</a:t>
            </a:r>
            <a:r>
              <a:rPr lang="en-US" sz="1600" b="1">
                <a:solidFill>
                  <a:srgbClr val="C00000"/>
                </a:solidFill>
              </a:rPr>
              <a:t> = μ:  x̄ is centered at the parameter it estimates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standard error of x̄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σ</a:t>
            </a:r>
            <a:r>
              <a:rPr lang="en-US" sz="1600" b="1" baseline="-25000">
                <a:solidFill>
                  <a:srgbClr val="C00000"/>
                </a:solidFill>
              </a:rPr>
              <a:t>x̄</a:t>
            </a:r>
            <a:r>
              <a:rPr lang="en-US" sz="1600" b="1">
                <a:solidFill>
                  <a:srgbClr val="C00000"/>
                </a:solidFill>
              </a:rPr>
              <a:t> = σ / √n:  the spread of x̄, which shrinks as n grows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sample proportion p̂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mean p   and   standard error  σ</a:t>
            </a:r>
            <a:r>
              <a:rPr lang="en-US" sz="1600" b="1" baseline="-25000">
                <a:solidFill>
                  <a:srgbClr val="C00000"/>
                </a:solidFill>
              </a:rPr>
              <a:t>p̂</a:t>
            </a:r>
            <a:r>
              <a:rPr lang="en-US" sz="1600" b="1">
                <a:solidFill>
                  <a:srgbClr val="C00000"/>
                </a:solidFill>
              </a:rPr>
              <a:t> = √(p(1 − p) / n)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191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Spotify songs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Spotify and YouTube statistics for the top 10 songs of each of 2,079 popular artists, collected in February 2023.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length of a song, in minutes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18,860 different songs   (a song credited to several artists is counted once)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579049"/>
              </p:ext>
            </p:extLst>
          </p:nvPr>
        </p:nvGraphicFramePr>
        <p:xfrm>
          <a:off x="762000" y="2838510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080000">
                  <a:extLst>
                    <a:ext uri="{9D8B030D-6E8A-4147-A177-3AD203B41FA5}">
                      <a16:colId xmlns:a16="http://schemas.microsoft.com/office/drawing/2014/main" val="61917886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TRACK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ARTIST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MINUTES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Feel Good Inc.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3.71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Rhinestone Eyes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3.34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New Gold (feat. Tame Impala and Bootie Brown)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3.59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On Melancholy Hill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3.90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Clint Eastwood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5.68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09998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3205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standard error and 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Treat the 18,860 songs as the population. Draw a random sample of n songs and average their lengths to get x̄. Every new sample gives a different x̄; the standard error σ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x̄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measures how much x̄ varies from sample to sample.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767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μ = 3.71 </a:t>
            </a: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min;     </a:t>
            </a: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σ = 1.51 </a:t>
            </a: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min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3002241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σ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x̄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for n = 20?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σ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x̄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for n = 80?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How much larger must a sample be to cut the standard error in half?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16567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1.51 / √20 ≈ 0.34 min          (b)  1.51 / √80 ≈ 0.17 min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4 times larger, because √4 = 2</a:t>
            </a:r>
          </a:p>
        </p:txBody>
      </p:sp>
    </p:spTree>
    <p:extLst>
      <p:ext uri="{BB962C8B-B14F-4D97-AF65-F5344CB8AC3E}">
        <p14:creationId xmlns:p14="http://schemas.microsoft.com/office/powerpoint/2010/main" val="98661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4124</TotalTime>
  <Words>816</Words>
  <Application>Microsoft Office PowerPoint</Application>
  <PresentationFormat>Widescreen</PresentationFormat>
  <Paragraphs>84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Lecture 18 Sampling Distributions and the Standard Error</vt:lpstr>
      <vt:lpstr>Review</vt:lpstr>
      <vt:lpstr>Two polls, two answers</vt:lpstr>
      <vt:lpstr>Three distributions</vt:lpstr>
      <vt:lpstr>Building a sampling distribution</vt:lpstr>
      <vt:lpstr>One spin vs. the mean of two spins</vt:lpstr>
      <vt:lpstr>Center and spread of x̄</vt:lpstr>
      <vt:lpstr>Data: Spotify songs</vt:lpstr>
      <vt:lpstr>Example: standard error and 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429</cp:revision>
  <dcterms:created xsi:type="dcterms:W3CDTF">2023-08-05T23:57:41Z</dcterms:created>
  <dcterms:modified xsi:type="dcterms:W3CDTF">2026-10-18T23:01:55Z</dcterms:modified>
</cp:coreProperties>
</file>